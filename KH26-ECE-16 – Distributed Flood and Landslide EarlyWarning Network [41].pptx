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300" r:id="rId6"/>
    <p:sldId id="299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000C-716F-6E7B-FAE1-273351F4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72EDFE01-B79B-2BEB-ED87-769522A35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BB48A13-14B6-1E86-5460-A311A03EE6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65DC0F9-3704-4053-403B-A6C694432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870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E641-6304-CCF7-D9CD-9C69DB8A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7B593BB3-4EAC-0ACF-D4F4-F6251AC6F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A693550-C9A0-BF97-585F-72E334CCA3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6EAF0B7-EF4A-779F-9DDD-D5AD13CD1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163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11431013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>
                <a:latin typeface="+mj-lt"/>
              </a:rPr>
              <a:t>KH26-ECE-16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/>
              <a:t>Distributed Flood and Landslide Early-Warning Network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 &amp; Public Safety using IoT + AI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ID- 41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D3CDE-F066-F7ED-551F-757BF6CAA168}"/>
              </a:ext>
            </a:extLst>
          </p:cNvPr>
          <p:cNvSpPr txBox="1"/>
          <p:nvPr/>
        </p:nvSpPr>
        <p:spPr>
          <a:xfrm>
            <a:off x="8062452" y="37755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251C9-CC7E-56F2-B779-5B778BC9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423" y="52883"/>
            <a:ext cx="863460" cy="863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465A1D-6BA4-DB3F-F743-A08F3A91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83" y="64994"/>
            <a:ext cx="2872227" cy="851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106058-190B-7B01-ADF4-CA5950355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824" y="-1002"/>
            <a:ext cx="979351" cy="852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0A60FA-01AB-AA74-AD7D-385E559CC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707" y="-1002"/>
            <a:ext cx="1009740" cy="8513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11EB7C-1045-D9E0-C610-7E8A92625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382" y="-9769"/>
            <a:ext cx="850072" cy="9360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C90991-86BB-AB40-97AD-71E7E8445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346" y="103019"/>
            <a:ext cx="1231952" cy="833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08155" y="0"/>
            <a:ext cx="11047643" cy="1143000"/>
          </a:xfrm>
        </p:spPr>
        <p:txBody>
          <a:bodyPr/>
          <a:lstStyle/>
          <a:p>
            <a:pPr eaLnBrk="1" hangingPunct="1"/>
            <a:r>
              <a:rPr lang="en-US" sz="28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8155" y="738648"/>
            <a:ext cx="1188719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Belowed</a:t>
            </a:r>
            <a:r>
              <a:rPr lang="en-US" dirty="0">
                <a:latin typeface="Arial" pitchFamily="34" charset="0"/>
                <a:cs typeface="Arial" pitchFamily="34" charset="0"/>
              </a:rPr>
              <a:t> Block Diagram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Explians</a:t>
            </a:r>
            <a:r>
              <a:rPr lang="en-US" dirty="0">
                <a:latin typeface="Arial" pitchFamily="34" charset="0"/>
                <a:cs typeface="Arial" pitchFamily="34" charset="0"/>
              </a:rPr>
              <a:t> The Detailed Explanation Of The Proposed Solution And Adress The Problem And Innovation And Uniqueness Of The Solution: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A3503-5561-FB54-52C1-013733B7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1881649"/>
            <a:ext cx="11346425" cy="4473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833765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70A8A-3EF1-5612-E4FD-C93CD953B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1" y="832174"/>
            <a:ext cx="11867536" cy="5522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3457" y="822839"/>
            <a:ext cx="11808541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u="sng" dirty="0"/>
              <a:t>Analysis of the Feasibility of the Idea:</a:t>
            </a:r>
          </a:p>
          <a:p>
            <a:endParaRPr lang="en-IN" b="1" u="sng" dirty="0"/>
          </a:p>
          <a:p>
            <a:r>
              <a:rPr lang="en-IN" dirty="0"/>
              <a:t>RESQNET is technically, economically, and operationally feasible because it uses low-cost, widely available IoT components and combines them with Edge AI, LoRa communication, GPS, and GSM/4G connectivity.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Technical Feasibility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Economic Feasibility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Operational Feasibility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Overall Viability</a:t>
            </a:r>
          </a:p>
          <a:p>
            <a:r>
              <a:rPr lang="en-IN" dirty="0"/>
              <a:t>    Sensors → Edge AI → Risk Detection → Local/LoRa Alert → GSM/4G → Cloud → Dashboard →</a:t>
            </a:r>
          </a:p>
          <a:p>
            <a:r>
              <a:rPr lang="en-IN" dirty="0"/>
              <a:t>        Authorities &amp; Residents</a:t>
            </a:r>
          </a:p>
          <a:p>
            <a:r>
              <a:rPr lang="en-IN" dirty="0"/>
              <a:t>These architecture makes RESQNET suitable for </a:t>
            </a:r>
            <a:r>
              <a:rPr lang="en-IN" b="1" dirty="0"/>
              <a:t>remote, flood-prone and landslide-prone areas</a:t>
            </a:r>
            <a:r>
              <a:rPr lang="en-IN" dirty="0"/>
              <a:t>, particularly where conventional communication infrastructure may be unreliable</a:t>
            </a:r>
          </a:p>
          <a:p>
            <a:endParaRPr lang="en-IN" dirty="0"/>
          </a:p>
          <a:p>
            <a:r>
              <a:rPr lang="en-IN" sz="1600" b="1" dirty="0"/>
              <a:t>2.  </a:t>
            </a:r>
            <a:r>
              <a:rPr lang="en-IN" sz="1600" b="1" u="sng" dirty="0"/>
              <a:t> CHALLENGES &amp; RISKS → POSSIBLE IMPACT:</a:t>
            </a:r>
          </a:p>
          <a:p>
            <a:endParaRPr lang="en-IN" dirty="0"/>
          </a:p>
          <a:p>
            <a:r>
              <a:rPr lang="en-IN" dirty="0"/>
              <a:t>Sensor Errors → Inaccurate Detection | False Alarms → Unnecessary Alerts | Network Failure → Delayed Communication | Power Issues → System Shutdown | Weather Damage → Hardware Failure | AI Errors → Wrong Prediction | Cybersecurity Risks → Data Loss | Maintenance Issues → Reduced Reliability.</a:t>
            </a:r>
          </a:p>
          <a:p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A396-6AC6-C4C2-45A9-63DABB48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ACF548-D2DB-9311-C58C-CB646924A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CF9ADE3-EB8C-720C-E17F-5A333B5E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8F04C29E-37B0-86E8-AE75-F083E2DB1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52" y="950658"/>
            <a:ext cx="11975689" cy="615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u="sng" dirty="0"/>
              <a:t>3. Strategies for Overcoming the Challenges:</a:t>
            </a:r>
          </a:p>
          <a:p>
            <a:pPr marL="342900" indent="-342900">
              <a:buAutoNum type="arabicPeriod"/>
            </a:pPr>
            <a:r>
              <a:rPr lang="en-IN" dirty="0"/>
              <a:t>Improve Sensor Reliability</a:t>
            </a:r>
          </a:p>
          <a:p>
            <a:pPr marL="342900" indent="-342900">
              <a:buAutoNum type="arabicPeriod"/>
            </a:pPr>
            <a:r>
              <a:rPr lang="en-IN" dirty="0"/>
              <a:t>Reduce False Alarms</a:t>
            </a:r>
          </a:p>
          <a:p>
            <a:pPr marL="342900" indent="-342900">
              <a:buAutoNum type="arabicPeriod"/>
            </a:pPr>
            <a:r>
              <a:rPr lang="en-IN" dirty="0"/>
              <a:t>Provide Communication Redundancy</a:t>
            </a:r>
          </a:p>
          <a:p>
            <a:pPr marL="342900" indent="-342900">
              <a:buAutoNum type="arabicPeriod"/>
            </a:pPr>
            <a:r>
              <a:rPr lang="en-IN" dirty="0"/>
              <a:t>Ensure Power Availability</a:t>
            </a:r>
          </a:p>
          <a:p>
            <a:pPr marL="342900" indent="-342900">
              <a:buAutoNum type="arabicPeriod"/>
            </a:pPr>
            <a:r>
              <a:rPr lang="en-IN" dirty="0"/>
              <a:t>Protect Hardware</a:t>
            </a:r>
          </a:p>
          <a:p>
            <a:pPr marL="342900" indent="-342900">
              <a:buAutoNum type="arabicPeriod"/>
            </a:pPr>
            <a:r>
              <a:rPr lang="en-IN" dirty="0"/>
              <a:t> Improve AI Reliability</a:t>
            </a:r>
          </a:p>
          <a:p>
            <a:pPr marL="342900" indent="-342900">
              <a:buAutoNum type="arabicPeriod"/>
            </a:pPr>
            <a:r>
              <a:rPr lang="en-IN" dirty="0"/>
              <a:t>Local Data Backup</a:t>
            </a:r>
          </a:p>
          <a:p>
            <a:pPr marL="342900" indent="-342900">
              <a:buAutoNum type="arabicPeriod"/>
            </a:pPr>
            <a:r>
              <a:rPr lang="en-IN" dirty="0"/>
              <a:t>Cybersecurity</a:t>
            </a:r>
          </a:p>
          <a:p>
            <a:pPr marL="342900" indent="-342900">
              <a:buAutoNum type="arabicPeriod"/>
            </a:pPr>
            <a:r>
              <a:rPr lang="en-IN" dirty="0"/>
              <a:t>Regular Maintenance</a:t>
            </a:r>
          </a:p>
          <a:p>
            <a:pPr marL="342900" indent="-342900">
              <a:buAutoNum type="arabicPeriod"/>
            </a:pPr>
            <a:r>
              <a:rPr lang="en-IN" dirty="0"/>
              <a:t>Scalable Deployment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r>
              <a:rPr lang="en-IN" sz="2000" b="1" dirty="0"/>
              <a:t>4.</a:t>
            </a:r>
            <a:r>
              <a:rPr lang="en-IN" sz="2000" b="1" u="sng" dirty="0"/>
              <a:t>Feasibility Summary:</a:t>
            </a:r>
          </a:p>
          <a:p>
            <a:endParaRPr lang="en-IN" sz="2000" b="1" u="sng" dirty="0"/>
          </a:p>
          <a:p>
            <a:r>
              <a:rPr lang="en-IN" dirty="0"/>
              <a:t>RESQNET is viable because it combines:</a:t>
            </a:r>
          </a:p>
          <a:p>
            <a:r>
              <a:rPr lang="en-IN" dirty="0"/>
              <a:t>Low-cost hardware + Multi-sensor monitoring + Edge AI + LoRa mesh + GSM/4G + GPS + Cloud dashboard + Multi-level alerts</a:t>
            </a:r>
          </a:p>
          <a:p>
            <a:r>
              <a:rPr lang="en-IN" dirty="0"/>
              <a:t>The combination provides a scalable, decentralized and resilient early-warning approach that can continue providing local warnings even when external communication infrastructure is temporarily unavailable.</a:t>
            </a:r>
          </a:p>
          <a:p>
            <a:endParaRPr lang="en-IN" b="1" dirty="0"/>
          </a:p>
          <a:p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8CD45-F1FF-6C29-BDE3-1E40A1F5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83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C409-8B58-8C4B-2DF2-2F621AB7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CF8A7A-DA36-63CB-DDD6-694377C9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FD5B8D4-AE4B-68EC-943C-2563A739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44355699-2E6B-3547-6E09-21B6A48F7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60" y="1216276"/>
            <a:ext cx="11179277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dirty="0"/>
              <a:t>1.</a:t>
            </a:r>
            <a:r>
              <a:rPr lang="en-IN" b="1" dirty="0"/>
              <a:t>Potential Impact on Target Audience</a:t>
            </a:r>
          </a:p>
          <a:p>
            <a:r>
              <a:rPr lang="en-IN" dirty="0"/>
              <a:t>Early Detection → Faster Alerts → Quick Response → Reduced Losses → Safer Communities</a:t>
            </a:r>
          </a:p>
          <a:p>
            <a:r>
              <a:rPr lang="en-IN" dirty="0"/>
              <a:t>2.</a:t>
            </a:r>
            <a:r>
              <a:rPr lang="en-IN" b="1" dirty="0"/>
              <a:t>Social Impact</a:t>
            </a:r>
          </a:p>
          <a:p>
            <a:r>
              <a:rPr lang="en-IN" dirty="0"/>
              <a:t>Early Warning → Public Safety → Reduced Casualties → Improved Disaster Preparedness</a:t>
            </a:r>
          </a:p>
          <a:p>
            <a:r>
              <a:rPr lang="en-IN" dirty="0"/>
              <a:t>3.</a:t>
            </a:r>
            <a:r>
              <a:rPr lang="en-IN" b="1" dirty="0"/>
              <a:t>Economic Impact</a:t>
            </a:r>
          </a:p>
          <a:p>
            <a:r>
              <a:rPr lang="en-IN" dirty="0"/>
              <a:t>Early Detection → Reduced Property &amp; Infrastructure Damage → Lower Recovery Costs → Reduced Financial Loss</a:t>
            </a:r>
          </a:p>
          <a:p>
            <a:r>
              <a:rPr lang="en-IN" dirty="0"/>
              <a:t>4.</a:t>
            </a:r>
            <a:r>
              <a:rPr lang="en-IN" b="1" dirty="0"/>
              <a:t>Environmental Impact</a:t>
            </a:r>
          </a:p>
          <a:p>
            <a:r>
              <a:rPr lang="en-IN" dirty="0"/>
              <a:t>Continuous Monitoring → Early Detection of Floods/Landslides → Reduced Environmental Damage → Better Ecosystem Protection</a:t>
            </a:r>
          </a:p>
          <a:p>
            <a:r>
              <a:rPr lang="en-IN" dirty="0"/>
              <a:t>5.</a:t>
            </a:r>
            <a:r>
              <a:rPr lang="en-IN" b="1" dirty="0"/>
              <a:t>Solution Benefits</a:t>
            </a:r>
          </a:p>
          <a:p>
            <a:r>
              <a:rPr lang="en-IN" dirty="0"/>
              <a:t>Low-Cost System → Real-Time Monitoring → Edge-AI Detection → LoRa Mesh Connectivity → Scalable &amp; Reliable Disaster Management</a:t>
            </a:r>
          </a:p>
          <a:p>
            <a:r>
              <a:rPr lang="en-IN" dirty="0"/>
              <a:t>6.</a:t>
            </a:r>
            <a:r>
              <a:rPr lang="en-IN" b="1" dirty="0"/>
              <a:t>Overall Impact</a:t>
            </a:r>
          </a:p>
          <a:p>
            <a:r>
              <a:rPr lang="en-IN" dirty="0"/>
              <a:t>RESQNET → Early Warning → Faster Emergency Response → Safer People + Reduced Economic Loss + Environmental Protection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BA90-FE3A-9A85-D6E9-2736FC64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68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                              </a:t>
            </a: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                           </a:t>
            </a:r>
            <a:r>
              <a:rPr lang="en-US" sz="36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8183</TotalTime>
  <Words>466</Words>
  <Application>Microsoft Office PowerPoint</Application>
  <PresentationFormat>Widescreen</PresentationFormat>
  <Paragraphs>77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IDEA TITLE</vt:lpstr>
      <vt:lpstr>TECHNICAL APPROACH</vt:lpstr>
      <vt:lpstr>FEASIBILITY AND VIABILITY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MELLA HARSHAVARDHAN</cp:lastModifiedBy>
  <cp:revision>153</cp:revision>
  <dcterms:created xsi:type="dcterms:W3CDTF">2013-12-12T18:46:50Z</dcterms:created>
  <dcterms:modified xsi:type="dcterms:W3CDTF">2026-08-09T04:38:31Z</dcterms:modified>
  <cp:category/>
</cp:coreProperties>
</file>